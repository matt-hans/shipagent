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the Gap Between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Data &amp; UPS Shipping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Retailers operate with rich, varied order data — but UPS needs a precise, narrow set of fields to create a shipment.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123444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Schema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3317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retailer structures data differently — order numbers, POs, SKUs, custom fields. UPS only needs recipient, weight, and service. Mapping is manual and error-prone.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73552"/>
            <a:ext cx="3931920" cy="123444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021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410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File Formats &amp; Platforms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3730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Shippers use CSV, Excel, JSON, XML, EDI, fixed-width — plus live orders from Shopify. No single tool handles all formats natively.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800600" y="1874520"/>
            <a:ext cx="3931920" cy="2633472"/>
          </a:xfrm>
          <a:prstGeom prst="rect">
            <a:avLst/>
          </a:prstGeom>
          <a:solidFill>
            <a:srgbClr val="1A241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0600" y="1874520"/>
            <a:ext cx="3931920" cy="2926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1"/>
          <p:cNvSpPr/>
          <p:nvPr/>
        </p:nvSpPr>
        <p:spPr>
          <a:xfrm>
            <a:off x="4800600" y="1874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SHIPAGENT SOLVES THIS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774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ingestion — 8 file formats + Shopify integration, no rigid schema required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0779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862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column mapping — the agent understands retailer fields and maps them to UPS requirements automatically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3814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49240" y="3392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filtering — "ship all California orders over 5 lbs via Ground" instead of manual row selection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68496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49240" y="39227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tracking write-back to source files and platforms after shipment creation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Any data source, any format — automatically transformed into valid UPS shipments.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Simplifying UPS Complexity Through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UPS services span shipping, tracking, customs, pickups, locations, and landed cost — each with its own interface, rules, and data requirements.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Elicitation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shipments (international, multi-piece), the AI asks for exactly what's needed — customs forms, HS codes, commodity details — in plain language.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8745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116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Filtering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"ship all California orders over 5 lbs" instead of writing queries. The agent interprets intent, builds filters, and selects the right rows automatically.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943600" y="18745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116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Single Shipping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8076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hundreds of orders in parallel with preview/confirm workflow, or create individual shipments conversationally — same interface.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48640" y="32461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UPS Tools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pickup scheduling, Access Point search, paperless customs, and landed cost — all accessible through one chat interface.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46120" y="32461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8328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4904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Preview &amp; Audit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832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shipment is previewed with costs before execution. Full decision audit trail for compliance and accountability.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943600" y="3246120"/>
            <a:ext cx="2468880" cy="1188720"/>
          </a:xfrm>
          <a:prstGeom prst="rect">
            <a:avLst/>
          </a:prstGeom>
          <a:solidFill>
            <a:srgbClr val="252A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38328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0" y="3355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7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 &amp; Reliability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0807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state tracking means interrupted batch jobs resume from the exact failure point. No lost labels or duplicate shipments.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AI-powered interface replaces fragmented tools, manual compliance checks, and complex UPS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system where AI orchestrates — deterministic code executes.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713232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618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08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UI  |  Tauri v2 Desktop App  |  Headless CLI (Typer + Rich)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97680" y="17922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8046720" cy="713232"/>
          </a:xfrm>
          <a:prstGeom prst="rect">
            <a:avLst/>
          </a:prstGeom>
          <a:solidFill>
            <a:srgbClr val="8B5E1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48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207008" y="226771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 |  30+ Agent Tools  |  Dynamic System Prompt  |  Hook-Based Safety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297680" y="2615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743200"/>
            <a:ext cx="8046720" cy="713232"/>
          </a:xfrm>
          <a:prstGeom prst="rect">
            <a:avLst/>
          </a:prstGeom>
          <a:solidFill>
            <a:srgbClr val="3A5F8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77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CONNECTIVITY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207008" y="309067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MCP (DuckDB)  |  UPS MCP (18 Tools)  |  External Sources MCP (Shopify)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297680" y="3438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566160"/>
            <a:ext cx="8046720" cy="713232"/>
          </a:xfrm>
          <a:prstGeom prst="rect">
            <a:avLst/>
          </a:prstGeom>
          <a:solidFill>
            <a:srgbClr val="5C3D2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307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STORAGE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07008" y="391363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Engine  |  UPS Payload Builder  |  SQLite + SQLAlchemy  |  Keyring Credentials  |  Audit Ledger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•  FastAPI  •  Claude Agent SDK  •  FastMCP  •  DuckDB  •  SQLite  •  React + Vite  •  Tauri v2 (Rust)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Agent-First: </a:t>
            </a:r>
            <a:pPr algn="ctr"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orchestrates all operations     </a:t>
            </a:r>
            <a:pPr algn="ctr"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Protocol: </a:t>
            </a:r>
            <a:pPr algn="ctr"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 via standard interface     </a:t>
            </a:r>
            <a:pPr algn="ctr"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</a:t>
            </a:r>
            <a:pPr algn="ctr" indent="0" marL="0">
              <a:buNone/>
            </a:pPr>
            <a:r>
              <a:rPr lang="en-US" sz="950" dirty="0">
                <a:solidFill>
                  <a:srgbClr val="9A9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plans, code executes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ShipAgent — AI-Powered Shipping for UPS</dc:title>
  <dc:subject>PptxGenJS Presentation</dc:subject>
  <dc:creator>ShipAgent</dc:creator>
  <cp:lastModifiedBy>ShipAgent</cp:lastModifiedBy>
  <cp:revision>1</cp:revision>
  <dcterms:created xsi:type="dcterms:W3CDTF">2026-02-23T05:18:23Z</dcterms:created>
  <dcterms:modified xsi:type="dcterms:W3CDTF">2026-02-23T05:18:23Z</dcterms:modified>
</cp:coreProperties>
</file>